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9" r:id="rId3"/>
    <p:sldId id="260" r:id="rId4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48" d="100"/>
          <a:sy n="48" d="100"/>
        </p:scale>
        <p:origin x="67" y="7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091145E-1EC0-EBC1-74C9-2C55974D64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DDF93179-DEE0-7538-0B37-FDFE090AA0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7E2BC0F-44FD-414F-4451-A50A0E22AE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66EF8E-2F70-4363-85FC-627D289CC4D9}" type="datetimeFigureOut">
              <a:rPr kumimoji="1" lang="ja-JP" altLang="en-US" smtClean="0"/>
              <a:t>2026/7/1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12268BB-4174-85DB-3728-2F16168783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0C78276-D15E-9411-C21A-8EE8DA280E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40C52-E4DC-42EB-A1A9-74C5C31F046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23415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0467DC4-1B94-1092-B651-BB417445D2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45B2F8D-0ABE-4EE8-EDA5-48B97FEE5C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009ED4E-3FCC-5ED6-0ADF-7627B1BD31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66EF8E-2F70-4363-85FC-627D289CC4D9}" type="datetimeFigureOut">
              <a:rPr kumimoji="1" lang="ja-JP" altLang="en-US" smtClean="0"/>
              <a:t>2026/7/1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488CEE1-0541-2817-307E-C073F330C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BD0BBAC-57F8-4DF8-1F94-752AE7749D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40C52-E4DC-42EB-A1A9-74C5C31F046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011780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1FC80B4-F98D-3D63-4D10-1CF06E88B8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C0073AF-9D11-01BC-1585-9E64D3609F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EAC8AA2-10E0-5576-2D2B-44AC2139CE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66EF8E-2F70-4363-85FC-627D289CC4D9}" type="datetimeFigureOut">
              <a:rPr kumimoji="1" lang="ja-JP" altLang="en-US" smtClean="0"/>
              <a:t>2026/7/1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C6BB339-671F-E9FA-D69C-BD73340F9C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59EA7D3-2299-D9A8-61AA-D78BE55EEB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40C52-E4DC-42EB-A1A9-74C5C31F046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804481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80DC219-A376-B2FD-3090-DF557445D1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C9729B3-5703-E6D9-4FB3-CC3D4A84BF2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98D0A0C4-9916-7E5D-F22A-5F29613D48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BE32D51-6DE2-A136-79AC-9EB8E8F7EA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66EF8E-2F70-4363-85FC-627D289CC4D9}" type="datetimeFigureOut">
              <a:rPr kumimoji="1" lang="ja-JP" altLang="en-US" smtClean="0"/>
              <a:t>2026/7/1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F94EF22-36AB-AC31-13F6-BD656AAF4F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B47194C5-010A-A6D2-6651-53097B1574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40C52-E4DC-42EB-A1A9-74C5C31F046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775210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A16D458-8FE7-B0A3-B3A9-26C379A8B3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8B415668-DC7C-726E-785E-88E4645298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EEBD9F9C-CEEF-3C77-02C6-D8853FCC2F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82F9E99A-F8FD-F67C-757F-46D514C1841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17B9F698-CDD0-C4FF-DE8D-DBE6522828C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AB19205B-5025-99B2-31B8-81A1CBC392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66EF8E-2F70-4363-85FC-627D289CC4D9}" type="datetimeFigureOut">
              <a:rPr kumimoji="1" lang="ja-JP" altLang="en-US" smtClean="0"/>
              <a:t>2026/7/1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2FCCB660-46F7-182D-54F1-3BA7268373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963CF8D-70B9-B9FE-F01A-27831EE87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40C52-E4DC-42EB-A1A9-74C5C31F046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127602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7FBAD8F-DE6C-204D-A89C-A9786EFC08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884678CE-1186-49C0-709D-F7857A6B60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66EF8E-2F70-4363-85FC-627D289CC4D9}" type="datetimeFigureOut">
              <a:rPr kumimoji="1" lang="ja-JP" altLang="en-US" smtClean="0"/>
              <a:t>2026/7/1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6BA8A2F1-5250-DD78-AA84-377AA9FF35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ED703F06-CDDA-4FBE-67B5-8B0DB1A219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40C52-E4DC-42EB-A1A9-74C5C31F046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51831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7E60DD94-81FB-7066-D97E-0A5D7A2020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66EF8E-2F70-4363-85FC-627D289CC4D9}" type="datetimeFigureOut">
              <a:rPr kumimoji="1" lang="ja-JP" altLang="en-US" smtClean="0"/>
              <a:t>2026/7/1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9E38F6E1-7091-97EE-4EAA-E942781528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C66EA9C7-3E9B-03BB-D58B-91AB4D8FE9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40C52-E4DC-42EB-A1A9-74C5C31F046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975819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2EA0384-2FC7-F014-5F71-7A4113EA9B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27BDA0E-049A-DBB9-5034-BF7F52ACE5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DAC31367-81C7-8DE9-0CF3-BC8147FEDE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1AFF345A-FF2E-F585-DB47-8D9119CBA2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66EF8E-2F70-4363-85FC-627D289CC4D9}" type="datetimeFigureOut">
              <a:rPr kumimoji="1" lang="ja-JP" altLang="en-US" smtClean="0"/>
              <a:t>2026/7/1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21B13D8-17B8-B8B2-27C0-3A743F90F3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17B1A55-39E6-B3E7-1120-2AAA3401A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40C52-E4DC-42EB-A1A9-74C5C31F046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289861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DD85BEF-9C16-0168-80B3-C56B275978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C711AD77-0F0C-ED34-805A-771FBAE4585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3FD0CDBE-B095-B18F-9FE7-42A26BA3DF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99CF4A60-8DBC-044F-E6C5-59CBCDF9E5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66EF8E-2F70-4363-85FC-627D289CC4D9}" type="datetimeFigureOut">
              <a:rPr kumimoji="1" lang="ja-JP" altLang="en-US" smtClean="0"/>
              <a:t>2026/7/1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FC2FDD1-7FAF-C1D1-AAD1-F1FF231B45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3D12BD3-96FA-D0A6-69F7-66A4F3AECB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40C52-E4DC-42EB-A1A9-74C5C31F046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716900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FC2EA35-917C-C43A-C9D0-AF1F27AED8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53B3420E-491A-C920-156D-FF758F5B8A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416AB04-4444-B8CA-5FFE-9BB6A14DD8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66EF8E-2F70-4363-85FC-627D289CC4D9}" type="datetimeFigureOut">
              <a:rPr kumimoji="1" lang="ja-JP" altLang="en-US" smtClean="0"/>
              <a:t>2026/7/1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72793DC-FE0F-1D20-5DE2-CE0EE48A0D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DAFA846-13C7-1A28-C897-CC9C7CA10E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40C52-E4DC-42EB-A1A9-74C5C31F046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089150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153F6D69-278B-93F1-23FD-CEEF207616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5927B31-8BE8-5919-5DA5-FAB9BAF403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96FB266-54EB-5743-CFF9-EA9AE13ED2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66EF8E-2F70-4363-85FC-627D289CC4D9}" type="datetimeFigureOut">
              <a:rPr kumimoji="1" lang="ja-JP" altLang="en-US" smtClean="0"/>
              <a:t>2026/7/1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82CD054-76C8-49B5-16C4-E62FD035AD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138D016-2FA1-4957-9703-5A0383111E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40C52-E4DC-42EB-A1A9-74C5C31F046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85373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C775B71E-B2B3-144E-5137-81EE834588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30A1146-67F0-24A0-95CE-377D55F445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908FA0F-4891-DAEE-0E80-C901852F4B3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D66EF8E-2F70-4363-85FC-627D289CC4D9}" type="datetimeFigureOut">
              <a:rPr kumimoji="1" lang="ja-JP" altLang="en-US" smtClean="0"/>
              <a:t>2026/7/1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82AFE72-7579-0AED-F7DE-F3F4C533D5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7F99A9F-28EE-4B24-3827-E3E84059FB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2E40C52-E4DC-42EB-A1A9-74C5C31F046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126138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楕円 1">
            <a:extLst>
              <a:ext uri="{FF2B5EF4-FFF2-40B4-BE49-F238E27FC236}">
                <a16:creationId xmlns:a16="http://schemas.microsoft.com/office/drawing/2014/main" id="{D5D2CF83-EC28-1B5F-65F8-4047A4E0B5B2}"/>
              </a:ext>
            </a:extLst>
          </p:cNvPr>
          <p:cNvSpPr/>
          <p:nvPr/>
        </p:nvSpPr>
        <p:spPr>
          <a:xfrm>
            <a:off x="1042738" y="1909371"/>
            <a:ext cx="2791326" cy="219776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996CE4E3-117C-7FD6-4F2F-C675BA5A3881}"/>
              </a:ext>
            </a:extLst>
          </p:cNvPr>
          <p:cNvSpPr txBox="1"/>
          <p:nvPr/>
        </p:nvSpPr>
        <p:spPr>
          <a:xfrm>
            <a:off x="1700464" y="2675962"/>
            <a:ext cx="250256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4400" dirty="0"/>
              <a:t>ー５</a:t>
            </a:r>
          </a:p>
        </p:txBody>
      </p:sp>
      <p:sp>
        <p:nvSpPr>
          <p:cNvPr id="5" name="楕円 4">
            <a:extLst>
              <a:ext uri="{FF2B5EF4-FFF2-40B4-BE49-F238E27FC236}">
                <a16:creationId xmlns:a16="http://schemas.microsoft.com/office/drawing/2014/main" id="{FA71F3D3-5553-E13C-E3F5-1DAFCB028B7A}"/>
              </a:ext>
            </a:extLst>
          </p:cNvPr>
          <p:cNvSpPr/>
          <p:nvPr/>
        </p:nvSpPr>
        <p:spPr>
          <a:xfrm>
            <a:off x="8357938" y="1940150"/>
            <a:ext cx="2791326" cy="2197769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011B3030-E744-A7A1-ECB1-795B854D2050}"/>
              </a:ext>
            </a:extLst>
          </p:cNvPr>
          <p:cNvSpPr txBox="1"/>
          <p:nvPr/>
        </p:nvSpPr>
        <p:spPr>
          <a:xfrm>
            <a:off x="8887326" y="2721114"/>
            <a:ext cx="330467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4000" dirty="0"/>
              <a:t>＋１０</a:t>
            </a:r>
          </a:p>
        </p:txBody>
      </p:sp>
      <p:pic>
        <p:nvPicPr>
          <p:cNvPr id="13" name="図 12">
            <a:extLst>
              <a:ext uri="{FF2B5EF4-FFF2-40B4-BE49-F238E27FC236}">
                <a16:creationId xmlns:a16="http://schemas.microsoft.com/office/drawing/2014/main" id="{7C8D1586-D50C-302B-1C57-179331935C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0567" y="4200210"/>
            <a:ext cx="2311075" cy="2641748"/>
          </a:xfrm>
          <a:prstGeom prst="rect">
            <a:avLst/>
          </a:prstGeom>
        </p:spPr>
      </p:pic>
      <p:sp>
        <p:nvSpPr>
          <p:cNvPr id="14" name="矢印: 左 13">
            <a:extLst>
              <a:ext uri="{FF2B5EF4-FFF2-40B4-BE49-F238E27FC236}">
                <a16:creationId xmlns:a16="http://schemas.microsoft.com/office/drawing/2014/main" id="{DD73D513-E99F-12F0-E097-BEA2D3D64543}"/>
              </a:ext>
            </a:extLst>
          </p:cNvPr>
          <p:cNvSpPr/>
          <p:nvPr/>
        </p:nvSpPr>
        <p:spPr>
          <a:xfrm>
            <a:off x="2759242" y="5662863"/>
            <a:ext cx="1443791" cy="769441"/>
          </a:xfrm>
          <a:prstGeom prst="lef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矢印: 右 14">
            <a:extLst>
              <a:ext uri="{FF2B5EF4-FFF2-40B4-BE49-F238E27FC236}">
                <a16:creationId xmlns:a16="http://schemas.microsoft.com/office/drawing/2014/main" id="{A75A685C-5DF5-4F8F-59EB-C2DB7A76521E}"/>
              </a:ext>
            </a:extLst>
          </p:cNvPr>
          <p:cNvSpPr/>
          <p:nvPr/>
        </p:nvSpPr>
        <p:spPr>
          <a:xfrm>
            <a:off x="8069175" y="5662863"/>
            <a:ext cx="1363583" cy="769441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7" name="図 16">
            <a:extLst>
              <a:ext uri="{FF2B5EF4-FFF2-40B4-BE49-F238E27FC236}">
                <a16:creationId xmlns:a16="http://schemas.microsoft.com/office/drawing/2014/main" id="{E83C6135-6D1E-F23C-54F1-E1B7F8F962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5553" y="1"/>
            <a:ext cx="1295964" cy="1287830"/>
          </a:xfrm>
          <a:prstGeom prst="rect">
            <a:avLst/>
          </a:prstGeom>
        </p:spPr>
      </p:pic>
      <p:pic>
        <p:nvPicPr>
          <p:cNvPr id="19" name="図 18">
            <a:extLst>
              <a:ext uri="{FF2B5EF4-FFF2-40B4-BE49-F238E27FC236}">
                <a16:creationId xmlns:a16="http://schemas.microsoft.com/office/drawing/2014/main" id="{4AE2E514-9CF5-EF33-BAFC-939A3962F7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8919" y="0"/>
            <a:ext cx="1295965" cy="1287832"/>
          </a:xfrm>
          <a:prstGeom prst="rect">
            <a:avLst/>
          </a:prstGeom>
        </p:spPr>
      </p:pic>
      <p:pic>
        <p:nvPicPr>
          <p:cNvPr id="21" name="図 20">
            <a:extLst>
              <a:ext uri="{FF2B5EF4-FFF2-40B4-BE49-F238E27FC236}">
                <a16:creationId xmlns:a16="http://schemas.microsoft.com/office/drawing/2014/main" id="{8E05F322-49BC-CF56-E9D9-51565C7DD7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4883" y="-1"/>
            <a:ext cx="1295964" cy="1287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5184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3B5DDF4C-E519-9496-6A57-55703226B59A}"/>
              </a:ext>
            </a:extLst>
          </p:cNvPr>
          <p:cNvSpPr txBox="1"/>
          <p:nvPr/>
        </p:nvSpPr>
        <p:spPr>
          <a:xfrm>
            <a:off x="320842" y="320842"/>
            <a:ext cx="1111717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3200" dirty="0"/>
              <a:t>自キャラ</a:t>
            </a: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DB8369E7-0D42-EEE7-C44A-E5B9715C45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7931" y="1821791"/>
            <a:ext cx="3139712" cy="3010161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040FAD61-D869-DA38-9F18-D282CB14B2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4357" y="1243004"/>
            <a:ext cx="3139712" cy="3588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5485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EF3440F8-3D1C-40D7-6BFD-47A693C18319}"/>
              </a:ext>
            </a:extLst>
          </p:cNvPr>
          <p:cNvSpPr txBox="1"/>
          <p:nvPr/>
        </p:nvSpPr>
        <p:spPr>
          <a:xfrm>
            <a:off x="368969" y="497305"/>
            <a:ext cx="82777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800" dirty="0"/>
              <a:t>敵キャラ</a:t>
            </a: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39F6FC9D-6082-EFF5-2C9C-169ACD8FF2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541" y="1282179"/>
            <a:ext cx="2046912" cy="1967728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76B00977-8343-C1B4-EE1D-FE7EE0655B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1044" y="1332113"/>
            <a:ext cx="2634755" cy="1967729"/>
          </a:xfrm>
          <a:prstGeom prst="rect">
            <a:avLst/>
          </a:prstGeom>
        </p:spPr>
      </p:pic>
      <p:pic>
        <p:nvPicPr>
          <p:cNvPr id="11" name="図 10">
            <a:extLst>
              <a:ext uri="{FF2B5EF4-FFF2-40B4-BE49-F238E27FC236}">
                <a16:creationId xmlns:a16="http://schemas.microsoft.com/office/drawing/2014/main" id="{9C75C8F0-43DF-4B49-FD17-E962BD3AFC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8180" y="3965960"/>
            <a:ext cx="2634756" cy="2126477"/>
          </a:xfrm>
          <a:prstGeom prst="rect">
            <a:avLst/>
          </a:prstGeom>
        </p:spPr>
      </p:pic>
      <p:pic>
        <p:nvPicPr>
          <p:cNvPr id="14" name="図 13">
            <a:extLst>
              <a:ext uri="{FF2B5EF4-FFF2-40B4-BE49-F238E27FC236}">
                <a16:creationId xmlns:a16="http://schemas.microsoft.com/office/drawing/2014/main" id="{4EDA7B8C-CF43-14DA-472C-AE63EED29EB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2448" y="3804298"/>
            <a:ext cx="2454560" cy="2449803"/>
          </a:xfrm>
          <a:prstGeom prst="rect">
            <a:avLst/>
          </a:prstGeom>
        </p:spPr>
      </p:pic>
      <p:pic>
        <p:nvPicPr>
          <p:cNvPr id="17" name="図 16">
            <a:extLst>
              <a:ext uri="{FF2B5EF4-FFF2-40B4-BE49-F238E27FC236}">
                <a16:creationId xmlns:a16="http://schemas.microsoft.com/office/drawing/2014/main" id="{D2A509C1-D299-EF01-8AD3-2CBF6E01104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01972" y="1208207"/>
            <a:ext cx="2889446" cy="2871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76892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194</TotalTime>
  <Words>7</Words>
  <Application>Microsoft Office PowerPoint</Application>
  <PresentationFormat>ワイド画面</PresentationFormat>
  <Paragraphs>4</Paragraphs>
  <Slides>3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</vt:i4>
      </vt:variant>
    </vt:vector>
  </HeadingPairs>
  <TitlesOfParts>
    <vt:vector size="7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HIURA Taiga</dc:creator>
  <cp:lastModifiedBy>HIURA Taiga</cp:lastModifiedBy>
  <cp:revision>1</cp:revision>
  <dcterms:created xsi:type="dcterms:W3CDTF">2026-07-01T01:53:05Z</dcterms:created>
  <dcterms:modified xsi:type="dcterms:W3CDTF">2026-07-01T05:07:23Z</dcterms:modified>
</cp:coreProperties>
</file>