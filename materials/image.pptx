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1T01:46:19.951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73F167-787D-05BB-B20B-86217C7D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DDAA057-77E7-B636-608A-6D2138B6C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2CE170-C326-3575-46B7-D25486FC1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AFDD6-5CAF-454D-ADEC-3B47E795524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A38E9D-9599-5D39-49EC-51E9869AF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BDA820-7B98-B29A-72E1-C79E4BC6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0537-36F2-4F60-A12F-A159396F96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5863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0F95A2-AB1C-D27D-90FE-40E402783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A7E2A4-C86C-478E-43EF-0608C5A3D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E2684F-CBC8-193F-852A-51EF1230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AFDD6-5CAF-454D-ADEC-3B47E795524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9FBDC5-514D-5D6B-4CC4-6F29E4E5A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88B4EE-397A-1131-63DD-BE27B067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0537-36F2-4F60-A12F-A159396F96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7213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DAA005-3473-837B-07F6-E6EF9C83B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CE4DA9-D822-00CD-45B1-33DBE5D47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4CD497-7B98-D9E0-DCAA-1F2EA86E5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AFDD6-5CAF-454D-ADEC-3B47E795524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6493E5-C23D-37B5-C25B-7BD917166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6E182E-946C-A1A4-7428-ABE43AE65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0537-36F2-4F60-A12F-A159396F96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1033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E537B5-4A52-CF8C-195A-FD02091C3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5C4DA4-7C17-973C-E4C4-FA473F90B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6F3BEA-42F4-5931-3376-7D9FC2624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713B7F-34D2-7AD5-9E8E-796797482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AFDD6-5CAF-454D-ADEC-3B47E795524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948AB1-6E0C-226D-6079-76F1928C5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B1536C-C329-66D5-A1E5-0C0F45E6B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0537-36F2-4F60-A12F-A159396F96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631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07D5DA-DB03-877A-450C-B680BF5BB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40CD22-5D4A-32CC-9BAC-C7588C7D4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1A576B3-B805-C13D-D526-00BA04BF0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437544A-F294-00AB-714A-87822770E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68A6D59-87FF-4D10-9755-D179D1982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6EFB77A-4E9D-F892-8C08-8457F7363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AFDD6-5CAF-454D-ADEC-3B47E795524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81E236C-6089-2DE1-EF50-83A93FC56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54A40B0-407A-DE8E-AB60-F5EA77EE6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0537-36F2-4F60-A12F-A159396F96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53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943C09-73E6-16D3-61DD-32E6C3694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3F5C1AF-99FA-0937-EACF-32DD00BD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AFDD6-5CAF-454D-ADEC-3B47E795524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F01C70-0A08-4DE9-C9B6-A2F396F3E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D345188-77BB-65F3-B2D3-C8BB07B21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0537-36F2-4F60-A12F-A159396F96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2453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34FF51A-8757-18F3-C126-50C0A8A14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AFDD6-5CAF-454D-ADEC-3B47E795524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3C5EC4D-A8DE-ECEE-EA68-ADD6744BC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53AEE2-9679-4CC0-B2DF-1141A449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0537-36F2-4F60-A12F-A159396F96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503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F447ED-D45A-C8D0-7EAA-923CA85FD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218F38-FC9B-097C-9B45-ACA618AC8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A6DB088-8BE2-CAA5-4903-E45658265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88C212-4AF3-DD67-C642-8BE0EB0C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AFDD6-5CAF-454D-ADEC-3B47E795524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BB5345-BDF5-5BA1-3EA5-3E0A341D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9A089-C538-4BE9-E149-7626D828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0537-36F2-4F60-A12F-A159396F96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6775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EDD3E3-DC4B-6ABB-9763-B127871E1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B57B941-2CB0-07FA-6087-48CE89986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13A21C-2C57-6FF7-5284-4092AF4A9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2436D8-38F2-6AA2-EEE8-D28C274E1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AFDD6-5CAF-454D-ADEC-3B47E795524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162A26-EB53-DB00-EC95-CC84B7D6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73A2DA-123A-3420-4A5B-31AA19398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0537-36F2-4F60-A12F-A159396F96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5959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878862-6103-1974-93C4-38D644CB4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1DC4986-C91E-DBC9-6A0D-7954BD78D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6D72E1-5E80-858A-2823-FA1914546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AFDD6-5CAF-454D-ADEC-3B47E795524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19AE85-7C95-A240-4E49-B234B6298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C5D394-1562-396B-041D-D549D515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0537-36F2-4F60-A12F-A159396F96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314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87EA70C-E783-3F40-CC14-6C335BFF8F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3D2117-CAD3-4A73-34BE-C01199B3B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A564D0-B235-1075-429B-612032ACD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AFDD6-5CAF-454D-ADEC-3B47E795524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9CC53D-AFE9-A944-371B-DDB891607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2638C0-B0FD-74B6-DA65-BA5887B5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B0537-36F2-4F60-A12F-A159396F96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72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EAAC341-9F4D-8360-2E3C-0CE5E9296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A03688-73A4-11B7-7F4E-9118FE961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3D8C62-1223-7423-3A20-CFA106B30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0AFDD6-5CAF-454D-ADEC-3B47E795524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4F359E-76FB-DDB4-4F31-D78BA573C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B86CCE-2B31-C282-5560-0FCFBA53D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DB0537-36F2-4F60-A12F-A159396F96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638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80CB24-A2A0-BBA0-16EE-AD80E7724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486D1A7-F6C1-8737-AE61-2EEE0C0ADF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6042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D313406-2117-4B79-A3E6-ED66C72B6F21}"/>
              </a:ext>
            </a:extLst>
          </p:cNvPr>
          <p:cNvSpPr/>
          <p:nvPr/>
        </p:nvSpPr>
        <p:spPr>
          <a:xfrm>
            <a:off x="2938072" y="2788170"/>
            <a:ext cx="1678898" cy="235345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AA007E7-D74C-8BAD-A31D-09B8FAA77D0B}"/>
              </a:ext>
            </a:extLst>
          </p:cNvPr>
          <p:cNvSpPr/>
          <p:nvPr/>
        </p:nvSpPr>
        <p:spPr>
          <a:xfrm>
            <a:off x="7212767" y="2788170"/>
            <a:ext cx="1678898" cy="2353456"/>
          </a:xfrm>
          <a:prstGeom prst="rect">
            <a:avLst/>
          </a:prstGeom>
          <a:solidFill>
            <a:srgbClr val="FF33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C39D5B4F-B9FF-EB44-5314-16134910F098}"/>
                  </a:ext>
                </a:extLst>
              </p14:cNvPr>
              <p14:cNvContentPartPr/>
              <p14:nvPr/>
            </p14:nvContentPartPr>
            <p14:xfrm>
              <a:off x="3053803" y="3736558"/>
              <a:ext cx="360" cy="360"/>
            </p14:xfrm>
          </p:contentPart>
        </mc:Choice>
        <mc:Fallback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C39D5B4F-B9FF-EB44-5314-16134910F0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47683" y="373043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1BEC9CD-BCD5-920D-D0EC-0DB6342B5CC3}"/>
              </a:ext>
            </a:extLst>
          </p:cNvPr>
          <p:cNvSpPr txBox="1"/>
          <p:nvPr/>
        </p:nvSpPr>
        <p:spPr>
          <a:xfrm>
            <a:off x="3366190" y="3780232"/>
            <a:ext cx="8226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/>
              <a:t>×2</a:t>
            </a:r>
            <a:endParaRPr kumimoji="1" lang="ja-JP" altLang="en-US" sz="32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33A74F3-FA0E-F257-E69A-65EA3CEF9575}"/>
              </a:ext>
            </a:extLst>
          </p:cNvPr>
          <p:cNvSpPr txBox="1"/>
          <p:nvPr/>
        </p:nvSpPr>
        <p:spPr>
          <a:xfrm>
            <a:off x="7749915" y="3780232"/>
            <a:ext cx="899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/>
              <a:t>-6</a:t>
            </a:r>
            <a:endParaRPr kumimoji="1" lang="ja-JP" altLang="en-US" sz="3200" b="1" dirty="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03B318F-82E5-C91D-321B-1BCDB064BFEB}"/>
              </a:ext>
            </a:extLst>
          </p:cNvPr>
          <p:cNvCxnSpPr/>
          <p:nvPr/>
        </p:nvCxnSpPr>
        <p:spPr>
          <a:xfrm flipV="1">
            <a:off x="944380" y="0"/>
            <a:ext cx="2421810" cy="67006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CDB02A7-282B-2B3D-2FFC-43B3E7D3CDFC}"/>
              </a:ext>
            </a:extLst>
          </p:cNvPr>
          <p:cNvCxnSpPr>
            <a:cxnSpLocks/>
          </p:cNvCxnSpPr>
          <p:nvPr/>
        </p:nvCxnSpPr>
        <p:spPr>
          <a:xfrm flipH="1" flipV="1">
            <a:off x="8891665" y="0"/>
            <a:ext cx="2355955" cy="67006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スマイル 14">
            <a:extLst>
              <a:ext uri="{FF2B5EF4-FFF2-40B4-BE49-F238E27FC236}">
                <a16:creationId xmlns:a16="http://schemas.microsoft.com/office/drawing/2014/main" id="{23108710-E5F7-BB7A-DCFC-7D55EA235928}"/>
              </a:ext>
            </a:extLst>
          </p:cNvPr>
          <p:cNvSpPr/>
          <p:nvPr/>
        </p:nvSpPr>
        <p:spPr>
          <a:xfrm>
            <a:off x="5294475" y="5831173"/>
            <a:ext cx="834452" cy="86943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CAD7477-BE43-ECA0-B5EB-055810886399}"/>
              </a:ext>
            </a:extLst>
          </p:cNvPr>
          <p:cNvSpPr txBox="1"/>
          <p:nvPr/>
        </p:nvSpPr>
        <p:spPr>
          <a:xfrm>
            <a:off x="5491128" y="546184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23</a:t>
            </a:r>
            <a:endParaRPr kumimoji="1" lang="ja-JP" altLang="en-US" dirty="0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3EFAD3AA-9C91-2ADB-F519-DB3569910456}"/>
              </a:ext>
            </a:extLst>
          </p:cNvPr>
          <p:cNvSpPr/>
          <p:nvPr/>
        </p:nvSpPr>
        <p:spPr>
          <a:xfrm>
            <a:off x="6730584" y="6265888"/>
            <a:ext cx="834452" cy="254833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左 17">
            <a:extLst>
              <a:ext uri="{FF2B5EF4-FFF2-40B4-BE49-F238E27FC236}">
                <a16:creationId xmlns:a16="http://schemas.microsoft.com/office/drawing/2014/main" id="{011CBEC2-4C30-9B92-0B6D-0C14B8EC7746}"/>
              </a:ext>
            </a:extLst>
          </p:cNvPr>
          <p:cNvSpPr/>
          <p:nvPr/>
        </p:nvSpPr>
        <p:spPr>
          <a:xfrm>
            <a:off x="3824864" y="6253609"/>
            <a:ext cx="1010936" cy="267112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 descr="悪人のイラスト「黒いシルエット」 | かわいいフリー素材集 いらすとや">
            <a:extLst>
              <a:ext uri="{FF2B5EF4-FFF2-40B4-BE49-F238E27FC236}">
                <a16:creationId xmlns:a16="http://schemas.microsoft.com/office/drawing/2014/main" id="{8820810A-99E2-8FDC-DB26-12E911DB1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2005" y="545885"/>
            <a:ext cx="1627590" cy="1931857"/>
          </a:xfrm>
          <a:prstGeom prst="rect">
            <a:avLst/>
          </a:prstGeom>
        </p:spPr>
      </p:pic>
      <p:pic>
        <p:nvPicPr>
          <p:cNvPr id="20" name="図 19" descr="悪人のイラスト「黒いシルエット」 | かわいいフリー素材集 いらすとや">
            <a:extLst>
              <a:ext uri="{FF2B5EF4-FFF2-40B4-BE49-F238E27FC236}">
                <a16:creationId xmlns:a16="http://schemas.microsoft.com/office/drawing/2014/main" id="{D12D7E3D-CBC9-A4B3-59C3-2869AC8FA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318" y="-231730"/>
            <a:ext cx="1539185" cy="1826926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AF06236-801F-0745-7073-C8B97D436997}"/>
              </a:ext>
            </a:extLst>
          </p:cNvPr>
          <p:cNvSpPr txBox="1"/>
          <p:nvPr/>
        </p:nvSpPr>
        <p:spPr>
          <a:xfrm>
            <a:off x="4660734" y="312401"/>
            <a:ext cx="459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35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24521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</Words>
  <Application>Microsoft Office PowerPoint</Application>
  <PresentationFormat>ワイド画面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SAKO Kanta</dc:creator>
  <cp:lastModifiedBy>SAKO Kanta</cp:lastModifiedBy>
  <cp:revision>1</cp:revision>
  <dcterms:created xsi:type="dcterms:W3CDTF">2026-07-01T02:03:56Z</dcterms:created>
  <dcterms:modified xsi:type="dcterms:W3CDTF">2026-07-01T02:27:56Z</dcterms:modified>
</cp:coreProperties>
</file>