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047695-445B-4A3D-B8EC-0A11338008BB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0BE782-5296-4BA5-8735-80F4E102FB03}">
      <dgm:prSet/>
      <dgm:spPr/>
      <dgm:t>
        <a:bodyPr/>
        <a:lstStyle/>
        <a:p>
          <a:r>
            <a:rPr lang="ja-JP"/>
            <a:t>Processingで制作したシューティングゲーム </a:t>
          </a:r>
          <a:endParaRPr lang="en-US"/>
        </a:p>
      </dgm:t>
    </dgm:pt>
    <dgm:pt modelId="{15D469C8-A61B-4194-BC4C-4FA8F56BDD53}" type="parTrans" cxnId="{06E4CAE2-BB33-4EFF-9D0D-FF50BFD38DD8}">
      <dgm:prSet/>
      <dgm:spPr/>
      <dgm:t>
        <a:bodyPr/>
        <a:lstStyle/>
        <a:p>
          <a:endParaRPr lang="en-US"/>
        </a:p>
      </dgm:t>
    </dgm:pt>
    <dgm:pt modelId="{651D5D30-4E15-4183-AB55-7B49C2812ECC}" type="sibTrans" cxnId="{06E4CAE2-BB33-4EFF-9D0D-FF50BFD38DD8}">
      <dgm:prSet/>
      <dgm:spPr/>
      <dgm:t>
        <a:bodyPr/>
        <a:lstStyle/>
        <a:p>
          <a:endParaRPr lang="en-US"/>
        </a:p>
      </dgm:t>
    </dgm:pt>
    <dgm:pt modelId="{EC0C92EB-B25C-41F1-972B-8A7F4CC1B3A8}">
      <dgm:prSet/>
      <dgm:spPr/>
      <dgm:t>
        <a:bodyPr/>
        <a:lstStyle/>
        <a:p>
          <a:r>
            <a:rPr lang="ja-JP"/>
            <a:t>敵を倒しながらステージを進行 </a:t>
          </a:r>
          <a:endParaRPr lang="en-US"/>
        </a:p>
      </dgm:t>
    </dgm:pt>
    <dgm:pt modelId="{072125C6-31F2-46F2-BDD2-AE16B7944F61}" type="parTrans" cxnId="{29F614FE-D6FA-4993-B4F5-8452188B7C7B}">
      <dgm:prSet/>
      <dgm:spPr/>
      <dgm:t>
        <a:bodyPr/>
        <a:lstStyle/>
        <a:p>
          <a:endParaRPr lang="en-US"/>
        </a:p>
      </dgm:t>
    </dgm:pt>
    <dgm:pt modelId="{7CE35527-F9D3-45B0-A89E-341466B65E48}" type="sibTrans" cxnId="{29F614FE-D6FA-4993-B4F5-8452188B7C7B}">
      <dgm:prSet/>
      <dgm:spPr/>
      <dgm:t>
        <a:bodyPr/>
        <a:lstStyle/>
        <a:p>
          <a:endParaRPr lang="en-US"/>
        </a:p>
      </dgm:t>
    </dgm:pt>
    <dgm:pt modelId="{FF26DB6A-CF89-473F-819D-5185CAD83AD2}">
      <dgm:prSet/>
      <dgm:spPr/>
      <dgm:t>
        <a:bodyPr/>
        <a:lstStyle/>
        <a:p>
          <a:r>
            <a:rPr lang="ja-JP" dirty="0"/>
            <a:t>ゲートの効果によって人数（攻撃力）が変化 </a:t>
          </a:r>
          <a:endParaRPr lang="en-US" dirty="0"/>
        </a:p>
      </dgm:t>
    </dgm:pt>
    <dgm:pt modelId="{41DA2A17-ED7A-4B78-A3D8-40C628199C40}" type="parTrans" cxnId="{07184188-8108-45D9-9B70-1BD5248A9CC9}">
      <dgm:prSet/>
      <dgm:spPr/>
      <dgm:t>
        <a:bodyPr/>
        <a:lstStyle/>
        <a:p>
          <a:endParaRPr lang="en-US"/>
        </a:p>
      </dgm:t>
    </dgm:pt>
    <dgm:pt modelId="{0EA0B96E-435C-451F-859B-0EE4E6654F54}" type="sibTrans" cxnId="{07184188-8108-45D9-9B70-1BD5248A9CC9}">
      <dgm:prSet/>
      <dgm:spPr/>
      <dgm:t>
        <a:bodyPr/>
        <a:lstStyle/>
        <a:p>
          <a:endParaRPr lang="en-US"/>
        </a:p>
      </dgm:t>
    </dgm:pt>
    <dgm:pt modelId="{09B5CE27-86F2-46E6-AE9F-50456DF9E65D}">
      <dgm:prSet/>
      <dgm:spPr/>
      <dgm:t>
        <a:bodyPr/>
        <a:lstStyle/>
        <a:p>
          <a:r>
            <a:rPr lang="ja-JP" dirty="0"/>
            <a:t>人数を増やして高得点を目指すゲーム </a:t>
          </a:r>
          <a:endParaRPr lang="en-US" dirty="0"/>
        </a:p>
      </dgm:t>
    </dgm:pt>
    <dgm:pt modelId="{D8640A6D-1E9A-4FB1-8C7B-A2BD42603595}" type="parTrans" cxnId="{839836A7-7ED8-4534-BC20-A24664C62CC6}">
      <dgm:prSet/>
      <dgm:spPr/>
      <dgm:t>
        <a:bodyPr/>
        <a:lstStyle/>
        <a:p>
          <a:endParaRPr lang="en-US"/>
        </a:p>
      </dgm:t>
    </dgm:pt>
    <dgm:pt modelId="{7402E575-0B0C-4454-A223-5CFC8AF0617E}" type="sibTrans" cxnId="{839836A7-7ED8-4534-BC20-A24664C62CC6}">
      <dgm:prSet/>
      <dgm:spPr/>
      <dgm:t>
        <a:bodyPr/>
        <a:lstStyle/>
        <a:p>
          <a:endParaRPr lang="en-US"/>
        </a:p>
      </dgm:t>
    </dgm:pt>
    <dgm:pt modelId="{62916CED-AEBB-46A8-AE4A-40D248972BE0}">
      <dgm:prSet/>
      <dgm:spPr/>
      <dgm:t>
        <a:bodyPr/>
        <a:lstStyle/>
        <a:p>
          <a:r>
            <a:rPr lang="ja-JP"/>
            <a:t>敵の強さが時間経過で上昇 </a:t>
          </a:r>
          <a:endParaRPr lang="en-US"/>
        </a:p>
      </dgm:t>
    </dgm:pt>
    <dgm:pt modelId="{621AF6C7-6463-4471-AB09-7CCF17CAA4B2}" type="parTrans" cxnId="{C1F87F17-704B-49BD-BA69-994ED6EC8BF8}">
      <dgm:prSet/>
      <dgm:spPr/>
      <dgm:t>
        <a:bodyPr/>
        <a:lstStyle/>
        <a:p>
          <a:endParaRPr lang="en-US"/>
        </a:p>
      </dgm:t>
    </dgm:pt>
    <dgm:pt modelId="{25AE56A4-0101-4A9B-8E95-A524E3695902}" type="sibTrans" cxnId="{C1F87F17-704B-49BD-BA69-994ED6EC8BF8}">
      <dgm:prSet/>
      <dgm:spPr/>
      <dgm:t>
        <a:bodyPr/>
        <a:lstStyle/>
        <a:p>
          <a:endParaRPr lang="en-US"/>
        </a:p>
      </dgm:t>
    </dgm:pt>
    <dgm:pt modelId="{E99E9AC3-EA8E-4888-A70B-1859AB53ED61}">
      <dgm:prSet/>
      <dgm:spPr/>
      <dgm:t>
        <a:bodyPr/>
        <a:lstStyle/>
        <a:p>
          <a:r>
            <a:rPr lang="ja-JP" dirty="0"/>
            <a:t>ゲートの選択による戦略性 </a:t>
          </a:r>
          <a:endParaRPr lang="en-US" dirty="0"/>
        </a:p>
      </dgm:t>
    </dgm:pt>
    <dgm:pt modelId="{9518F3AD-B66D-4D53-ABB3-03F930A828ED}" type="parTrans" cxnId="{F8218192-3599-4987-94E9-16934CB929FE}">
      <dgm:prSet/>
      <dgm:spPr/>
      <dgm:t>
        <a:bodyPr/>
        <a:lstStyle/>
        <a:p>
          <a:endParaRPr lang="en-US"/>
        </a:p>
      </dgm:t>
    </dgm:pt>
    <dgm:pt modelId="{3CB815FE-789A-4CC9-9727-F9FE722595BD}" type="sibTrans" cxnId="{F8218192-3599-4987-94E9-16934CB929FE}">
      <dgm:prSet/>
      <dgm:spPr/>
      <dgm:t>
        <a:bodyPr/>
        <a:lstStyle/>
        <a:p>
          <a:endParaRPr lang="en-US"/>
        </a:p>
      </dgm:t>
    </dgm:pt>
    <dgm:pt modelId="{A301B3A0-0100-49FC-BC1F-87B880DE3C17}">
      <dgm:prSet/>
      <dgm:spPr/>
      <dgm:t>
        <a:bodyPr/>
        <a:lstStyle/>
        <a:p>
          <a:r>
            <a:rPr lang="ja-JP"/>
            <a:t>弾によるゲート調整システム</a:t>
          </a:r>
          <a:endParaRPr lang="en-US"/>
        </a:p>
      </dgm:t>
    </dgm:pt>
    <dgm:pt modelId="{035BD2E1-F99C-4FDE-B0D7-8A70777BFD63}" type="parTrans" cxnId="{BCAC70B6-0046-4568-8A05-978AB1052459}">
      <dgm:prSet/>
      <dgm:spPr/>
      <dgm:t>
        <a:bodyPr/>
        <a:lstStyle/>
        <a:p>
          <a:endParaRPr lang="en-US"/>
        </a:p>
      </dgm:t>
    </dgm:pt>
    <dgm:pt modelId="{9767657F-91ED-4BD1-BD31-13CE14B2F754}" type="sibTrans" cxnId="{BCAC70B6-0046-4568-8A05-978AB1052459}">
      <dgm:prSet/>
      <dgm:spPr/>
      <dgm:t>
        <a:bodyPr/>
        <a:lstStyle/>
        <a:p>
          <a:endParaRPr lang="en-US"/>
        </a:p>
      </dgm:t>
    </dgm:pt>
    <dgm:pt modelId="{F35697D5-D3D9-4B4F-9451-AE765C6E3F72}" type="pres">
      <dgm:prSet presAssocID="{18047695-445B-4A3D-B8EC-0A11338008BB}" presName="vert0" presStyleCnt="0">
        <dgm:presLayoutVars>
          <dgm:dir/>
          <dgm:animOne val="branch"/>
          <dgm:animLvl val="lvl"/>
        </dgm:presLayoutVars>
      </dgm:prSet>
      <dgm:spPr/>
    </dgm:pt>
    <dgm:pt modelId="{A5032EBB-A33F-49E2-A462-FC4DAA9833BC}" type="pres">
      <dgm:prSet presAssocID="{120BE782-5296-4BA5-8735-80F4E102FB03}" presName="thickLine" presStyleLbl="alignNode1" presStyleIdx="0" presStyleCnt="7"/>
      <dgm:spPr/>
    </dgm:pt>
    <dgm:pt modelId="{5DF4E73D-991A-432E-96C3-746EDA69D556}" type="pres">
      <dgm:prSet presAssocID="{120BE782-5296-4BA5-8735-80F4E102FB03}" presName="horz1" presStyleCnt="0"/>
      <dgm:spPr/>
    </dgm:pt>
    <dgm:pt modelId="{237B42BD-B3BC-4198-AD33-D885B3849825}" type="pres">
      <dgm:prSet presAssocID="{120BE782-5296-4BA5-8735-80F4E102FB03}" presName="tx1" presStyleLbl="revTx" presStyleIdx="0" presStyleCnt="7"/>
      <dgm:spPr/>
    </dgm:pt>
    <dgm:pt modelId="{E2F617F2-FF3A-44E9-A7B4-EB7892470087}" type="pres">
      <dgm:prSet presAssocID="{120BE782-5296-4BA5-8735-80F4E102FB03}" presName="vert1" presStyleCnt="0"/>
      <dgm:spPr/>
    </dgm:pt>
    <dgm:pt modelId="{478AD754-8202-429F-9DFD-536E9DE7DB20}" type="pres">
      <dgm:prSet presAssocID="{EC0C92EB-B25C-41F1-972B-8A7F4CC1B3A8}" presName="thickLine" presStyleLbl="alignNode1" presStyleIdx="1" presStyleCnt="7"/>
      <dgm:spPr/>
    </dgm:pt>
    <dgm:pt modelId="{1EF18EEE-4F75-4C81-A7C8-3994A6989F7C}" type="pres">
      <dgm:prSet presAssocID="{EC0C92EB-B25C-41F1-972B-8A7F4CC1B3A8}" presName="horz1" presStyleCnt="0"/>
      <dgm:spPr/>
    </dgm:pt>
    <dgm:pt modelId="{C1E68D1E-FE5F-4C84-AE22-623042CBA9D3}" type="pres">
      <dgm:prSet presAssocID="{EC0C92EB-B25C-41F1-972B-8A7F4CC1B3A8}" presName="tx1" presStyleLbl="revTx" presStyleIdx="1" presStyleCnt="7"/>
      <dgm:spPr/>
    </dgm:pt>
    <dgm:pt modelId="{EB964DDA-02AB-473D-B564-9DC1348C097F}" type="pres">
      <dgm:prSet presAssocID="{EC0C92EB-B25C-41F1-972B-8A7F4CC1B3A8}" presName="vert1" presStyleCnt="0"/>
      <dgm:spPr/>
    </dgm:pt>
    <dgm:pt modelId="{FA46DA0B-837B-4BC2-9617-09E716E5C742}" type="pres">
      <dgm:prSet presAssocID="{FF26DB6A-CF89-473F-819D-5185CAD83AD2}" presName="thickLine" presStyleLbl="alignNode1" presStyleIdx="2" presStyleCnt="7"/>
      <dgm:spPr/>
    </dgm:pt>
    <dgm:pt modelId="{EFF0A975-4503-4FDF-8D6B-5E894FC7885E}" type="pres">
      <dgm:prSet presAssocID="{FF26DB6A-CF89-473F-819D-5185CAD83AD2}" presName="horz1" presStyleCnt="0"/>
      <dgm:spPr/>
    </dgm:pt>
    <dgm:pt modelId="{2CBB9F00-BBD3-486E-9305-733932A4A4FC}" type="pres">
      <dgm:prSet presAssocID="{FF26DB6A-CF89-473F-819D-5185CAD83AD2}" presName="tx1" presStyleLbl="revTx" presStyleIdx="2" presStyleCnt="7"/>
      <dgm:spPr/>
    </dgm:pt>
    <dgm:pt modelId="{2A6F3757-9804-4016-AEC8-9C5C5F6D7D6D}" type="pres">
      <dgm:prSet presAssocID="{FF26DB6A-CF89-473F-819D-5185CAD83AD2}" presName="vert1" presStyleCnt="0"/>
      <dgm:spPr/>
    </dgm:pt>
    <dgm:pt modelId="{CBAFB1BC-B3D6-4989-93BC-0E690BA3BB0D}" type="pres">
      <dgm:prSet presAssocID="{09B5CE27-86F2-46E6-AE9F-50456DF9E65D}" presName="thickLine" presStyleLbl="alignNode1" presStyleIdx="3" presStyleCnt="7"/>
      <dgm:spPr/>
    </dgm:pt>
    <dgm:pt modelId="{136BC851-7E7A-49D2-993D-CF7D2A04431E}" type="pres">
      <dgm:prSet presAssocID="{09B5CE27-86F2-46E6-AE9F-50456DF9E65D}" presName="horz1" presStyleCnt="0"/>
      <dgm:spPr/>
    </dgm:pt>
    <dgm:pt modelId="{6B10A218-1421-44BE-B3CB-9D0EBECEAC91}" type="pres">
      <dgm:prSet presAssocID="{09B5CE27-86F2-46E6-AE9F-50456DF9E65D}" presName="tx1" presStyleLbl="revTx" presStyleIdx="3" presStyleCnt="7"/>
      <dgm:spPr/>
    </dgm:pt>
    <dgm:pt modelId="{6BDB28D7-C91B-406E-8294-7EAAA1E02EBA}" type="pres">
      <dgm:prSet presAssocID="{09B5CE27-86F2-46E6-AE9F-50456DF9E65D}" presName="vert1" presStyleCnt="0"/>
      <dgm:spPr/>
    </dgm:pt>
    <dgm:pt modelId="{13CB3C7E-9B85-4622-9529-2A03ADC92EB3}" type="pres">
      <dgm:prSet presAssocID="{62916CED-AEBB-46A8-AE4A-40D248972BE0}" presName="thickLine" presStyleLbl="alignNode1" presStyleIdx="4" presStyleCnt="7"/>
      <dgm:spPr/>
    </dgm:pt>
    <dgm:pt modelId="{E29835D5-AED5-4FD7-A605-D47D8A7D654D}" type="pres">
      <dgm:prSet presAssocID="{62916CED-AEBB-46A8-AE4A-40D248972BE0}" presName="horz1" presStyleCnt="0"/>
      <dgm:spPr/>
    </dgm:pt>
    <dgm:pt modelId="{EA4F7AE4-C525-4A22-8C60-AC6E29838A21}" type="pres">
      <dgm:prSet presAssocID="{62916CED-AEBB-46A8-AE4A-40D248972BE0}" presName="tx1" presStyleLbl="revTx" presStyleIdx="4" presStyleCnt="7"/>
      <dgm:spPr/>
    </dgm:pt>
    <dgm:pt modelId="{DEA34C52-93F3-4293-8141-A677AA544C2B}" type="pres">
      <dgm:prSet presAssocID="{62916CED-AEBB-46A8-AE4A-40D248972BE0}" presName="vert1" presStyleCnt="0"/>
      <dgm:spPr/>
    </dgm:pt>
    <dgm:pt modelId="{71B2189E-3DF6-4C6C-BEEB-895A10B5BC3E}" type="pres">
      <dgm:prSet presAssocID="{E99E9AC3-EA8E-4888-A70B-1859AB53ED61}" presName="thickLine" presStyleLbl="alignNode1" presStyleIdx="5" presStyleCnt="7"/>
      <dgm:spPr/>
    </dgm:pt>
    <dgm:pt modelId="{02670764-2B89-4ACA-8500-F35B096E6D2E}" type="pres">
      <dgm:prSet presAssocID="{E99E9AC3-EA8E-4888-A70B-1859AB53ED61}" presName="horz1" presStyleCnt="0"/>
      <dgm:spPr/>
    </dgm:pt>
    <dgm:pt modelId="{F7AE8503-578C-401C-A6A0-B5BE66660FC4}" type="pres">
      <dgm:prSet presAssocID="{E99E9AC3-EA8E-4888-A70B-1859AB53ED61}" presName="tx1" presStyleLbl="revTx" presStyleIdx="5" presStyleCnt="7"/>
      <dgm:spPr/>
    </dgm:pt>
    <dgm:pt modelId="{74C41F5D-197A-4D2B-A095-50B71CF35A6E}" type="pres">
      <dgm:prSet presAssocID="{E99E9AC3-EA8E-4888-A70B-1859AB53ED61}" presName="vert1" presStyleCnt="0"/>
      <dgm:spPr/>
    </dgm:pt>
    <dgm:pt modelId="{91230374-F791-4BCB-B871-6C10D5C142E0}" type="pres">
      <dgm:prSet presAssocID="{A301B3A0-0100-49FC-BC1F-87B880DE3C17}" presName="thickLine" presStyleLbl="alignNode1" presStyleIdx="6" presStyleCnt="7"/>
      <dgm:spPr/>
    </dgm:pt>
    <dgm:pt modelId="{F23AE2CD-2F2D-4F57-8D9A-5EE6812052AD}" type="pres">
      <dgm:prSet presAssocID="{A301B3A0-0100-49FC-BC1F-87B880DE3C17}" presName="horz1" presStyleCnt="0"/>
      <dgm:spPr/>
    </dgm:pt>
    <dgm:pt modelId="{3C52276C-4010-4C37-801E-DAE840FD15E0}" type="pres">
      <dgm:prSet presAssocID="{A301B3A0-0100-49FC-BC1F-87B880DE3C17}" presName="tx1" presStyleLbl="revTx" presStyleIdx="6" presStyleCnt="7"/>
      <dgm:spPr/>
    </dgm:pt>
    <dgm:pt modelId="{E0080B5C-9DB9-4A16-A2F9-25F46A260AAC}" type="pres">
      <dgm:prSet presAssocID="{A301B3A0-0100-49FC-BC1F-87B880DE3C17}" presName="vert1" presStyleCnt="0"/>
      <dgm:spPr/>
    </dgm:pt>
  </dgm:ptLst>
  <dgm:cxnLst>
    <dgm:cxn modelId="{D5F14602-D876-47DB-ACE3-9804BFDAB25D}" type="presOf" srcId="{E99E9AC3-EA8E-4888-A70B-1859AB53ED61}" destId="{F7AE8503-578C-401C-A6A0-B5BE66660FC4}" srcOrd="0" destOrd="0" presId="urn:microsoft.com/office/officeart/2008/layout/LinedList"/>
    <dgm:cxn modelId="{A08FC008-7B21-4D7D-9BDE-AB696BFF8D35}" type="presOf" srcId="{18047695-445B-4A3D-B8EC-0A11338008BB}" destId="{F35697D5-D3D9-4B4F-9451-AE765C6E3F72}" srcOrd="0" destOrd="0" presId="urn:microsoft.com/office/officeart/2008/layout/LinedList"/>
    <dgm:cxn modelId="{902B7414-A50F-447A-BC24-A61805017C8C}" type="presOf" srcId="{EC0C92EB-B25C-41F1-972B-8A7F4CC1B3A8}" destId="{C1E68D1E-FE5F-4C84-AE22-623042CBA9D3}" srcOrd="0" destOrd="0" presId="urn:microsoft.com/office/officeart/2008/layout/LinedList"/>
    <dgm:cxn modelId="{C1F87F17-704B-49BD-BA69-994ED6EC8BF8}" srcId="{18047695-445B-4A3D-B8EC-0A11338008BB}" destId="{62916CED-AEBB-46A8-AE4A-40D248972BE0}" srcOrd="4" destOrd="0" parTransId="{621AF6C7-6463-4471-AB09-7CCF17CAA4B2}" sibTransId="{25AE56A4-0101-4A9B-8E95-A524E3695902}"/>
    <dgm:cxn modelId="{35B6125C-27F0-4F21-A36F-2FB4234712DA}" type="presOf" srcId="{A301B3A0-0100-49FC-BC1F-87B880DE3C17}" destId="{3C52276C-4010-4C37-801E-DAE840FD15E0}" srcOrd="0" destOrd="0" presId="urn:microsoft.com/office/officeart/2008/layout/LinedList"/>
    <dgm:cxn modelId="{A053984D-85D9-4F76-B0E0-A8C95466B990}" type="presOf" srcId="{120BE782-5296-4BA5-8735-80F4E102FB03}" destId="{237B42BD-B3BC-4198-AD33-D885B3849825}" srcOrd="0" destOrd="0" presId="urn:microsoft.com/office/officeart/2008/layout/LinedList"/>
    <dgm:cxn modelId="{07184188-8108-45D9-9B70-1BD5248A9CC9}" srcId="{18047695-445B-4A3D-B8EC-0A11338008BB}" destId="{FF26DB6A-CF89-473F-819D-5185CAD83AD2}" srcOrd="2" destOrd="0" parTransId="{41DA2A17-ED7A-4B78-A3D8-40C628199C40}" sibTransId="{0EA0B96E-435C-451F-859B-0EE4E6654F54}"/>
    <dgm:cxn modelId="{F8218192-3599-4987-94E9-16934CB929FE}" srcId="{18047695-445B-4A3D-B8EC-0A11338008BB}" destId="{E99E9AC3-EA8E-4888-A70B-1859AB53ED61}" srcOrd="5" destOrd="0" parTransId="{9518F3AD-B66D-4D53-ABB3-03F930A828ED}" sibTransId="{3CB815FE-789A-4CC9-9727-F9FE722595BD}"/>
    <dgm:cxn modelId="{839836A7-7ED8-4534-BC20-A24664C62CC6}" srcId="{18047695-445B-4A3D-B8EC-0A11338008BB}" destId="{09B5CE27-86F2-46E6-AE9F-50456DF9E65D}" srcOrd="3" destOrd="0" parTransId="{D8640A6D-1E9A-4FB1-8C7B-A2BD42603595}" sibTransId="{7402E575-0B0C-4454-A223-5CFC8AF0617E}"/>
    <dgm:cxn modelId="{07D183B1-FB31-44F6-AC3C-974EB1625240}" type="presOf" srcId="{09B5CE27-86F2-46E6-AE9F-50456DF9E65D}" destId="{6B10A218-1421-44BE-B3CB-9D0EBECEAC91}" srcOrd="0" destOrd="0" presId="urn:microsoft.com/office/officeart/2008/layout/LinedList"/>
    <dgm:cxn modelId="{BCAC70B6-0046-4568-8A05-978AB1052459}" srcId="{18047695-445B-4A3D-B8EC-0A11338008BB}" destId="{A301B3A0-0100-49FC-BC1F-87B880DE3C17}" srcOrd="6" destOrd="0" parTransId="{035BD2E1-F99C-4FDE-B0D7-8A70777BFD63}" sibTransId="{9767657F-91ED-4BD1-BD31-13CE14B2F754}"/>
    <dgm:cxn modelId="{10B125BA-3B37-4E67-953D-E795E47E6B2C}" type="presOf" srcId="{62916CED-AEBB-46A8-AE4A-40D248972BE0}" destId="{EA4F7AE4-C525-4A22-8C60-AC6E29838A21}" srcOrd="0" destOrd="0" presId="urn:microsoft.com/office/officeart/2008/layout/LinedList"/>
    <dgm:cxn modelId="{06E4CAE2-BB33-4EFF-9D0D-FF50BFD38DD8}" srcId="{18047695-445B-4A3D-B8EC-0A11338008BB}" destId="{120BE782-5296-4BA5-8735-80F4E102FB03}" srcOrd="0" destOrd="0" parTransId="{15D469C8-A61B-4194-BC4C-4FA8F56BDD53}" sibTransId="{651D5D30-4E15-4183-AB55-7B49C2812ECC}"/>
    <dgm:cxn modelId="{80646BE4-12CB-4C9E-AB1A-57E67C1E4534}" type="presOf" srcId="{FF26DB6A-CF89-473F-819D-5185CAD83AD2}" destId="{2CBB9F00-BBD3-486E-9305-733932A4A4FC}" srcOrd="0" destOrd="0" presId="urn:microsoft.com/office/officeart/2008/layout/LinedList"/>
    <dgm:cxn modelId="{29F614FE-D6FA-4993-B4F5-8452188B7C7B}" srcId="{18047695-445B-4A3D-B8EC-0A11338008BB}" destId="{EC0C92EB-B25C-41F1-972B-8A7F4CC1B3A8}" srcOrd="1" destOrd="0" parTransId="{072125C6-31F2-46F2-BDD2-AE16B7944F61}" sibTransId="{7CE35527-F9D3-45B0-A89E-341466B65E48}"/>
    <dgm:cxn modelId="{DE79B583-580A-4700-9BCF-14D837C84B4B}" type="presParOf" srcId="{F35697D5-D3D9-4B4F-9451-AE765C6E3F72}" destId="{A5032EBB-A33F-49E2-A462-FC4DAA9833BC}" srcOrd="0" destOrd="0" presId="urn:microsoft.com/office/officeart/2008/layout/LinedList"/>
    <dgm:cxn modelId="{3067125A-CA1E-494A-94D8-EEE8CC24CD57}" type="presParOf" srcId="{F35697D5-D3D9-4B4F-9451-AE765C6E3F72}" destId="{5DF4E73D-991A-432E-96C3-746EDA69D556}" srcOrd="1" destOrd="0" presId="urn:microsoft.com/office/officeart/2008/layout/LinedList"/>
    <dgm:cxn modelId="{6ED2FEFD-F1E4-4ED5-960B-79294C48C352}" type="presParOf" srcId="{5DF4E73D-991A-432E-96C3-746EDA69D556}" destId="{237B42BD-B3BC-4198-AD33-D885B3849825}" srcOrd="0" destOrd="0" presId="urn:microsoft.com/office/officeart/2008/layout/LinedList"/>
    <dgm:cxn modelId="{E8FC6A49-443A-42C2-9239-94AD4CF7BB77}" type="presParOf" srcId="{5DF4E73D-991A-432E-96C3-746EDA69D556}" destId="{E2F617F2-FF3A-44E9-A7B4-EB7892470087}" srcOrd="1" destOrd="0" presId="urn:microsoft.com/office/officeart/2008/layout/LinedList"/>
    <dgm:cxn modelId="{03260ADD-F6B4-4A5A-900B-93C72C65A089}" type="presParOf" srcId="{F35697D5-D3D9-4B4F-9451-AE765C6E3F72}" destId="{478AD754-8202-429F-9DFD-536E9DE7DB20}" srcOrd="2" destOrd="0" presId="urn:microsoft.com/office/officeart/2008/layout/LinedList"/>
    <dgm:cxn modelId="{6023524F-E8D9-4031-A1F2-BA16169103B4}" type="presParOf" srcId="{F35697D5-D3D9-4B4F-9451-AE765C6E3F72}" destId="{1EF18EEE-4F75-4C81-A7C8-3994A6989F7C}" srcOrd="3" destOrd="0" presId="urn:microsoft.com/office/officeart/2008/layout/LinedList"/>
    <dgm:cxn modelId="{B536ADF6-A02E-4746-BA61-E61505823E2B}" type="presParOf" srcId="{1EF18EEE-4F75-4C81-A7C8-3994A6989F7C}" destId="{C1E68D1E-FE5F-4C84-AE22-623042CBA9D3}" srcOrd="0" destOrd="0" presId="urn:microsoft.com/office/officeart/2008/layout/LinedList"/>
    <dgm:cxn modelId="{291ED746-D63F-44E8-9A66-D14BFE186484}" type="presParOf" srcId="{1EF18EEE-4F75-4C81-A7C8-3994A6989F7C}" destId="{EB964DDA-02AB-473D-B564-9DC1348C097F}" srcOrd="1" destOrd="0" presId="urn:microsoft.com/office/officeart/2008/layout/LinedList"/>
    <dgm:cxn modelId="{AA10C0E5-9768-4BA6-94E1-A55F936F63BF}" type="presParOf" srcId="{F35697D5-D3D9-4B4F-9451-AE765C6E3F72}" destId="{FA46DA0B-837B-4BC2-9617-09E716E5C742}" srcOrd="4" destOrd="0" presId="urn:microsoft.com/office/officeart/2008/layout/LinedList"/>
    <dgm:cxn modelId="{75F3BB5A-2526-4306-99CC-2230ABC962B3}" type="presParOf" srcId="{F35697D5-D3D9-4B4F-9451-AE765C6E3F72}" destId="{EFF0A975-4503-4FDF-8D6B-5E894FC7885E}" srcOrd="5" destOrd="0" presId="urn:microsoft.com/office/officeart/2008/layout/LinedList"/>
    <dgm:cxn modelId="{E8DBB3B2-8745-4642-9D76-6475FBC9E72F}" type="presParOf" srcId="{EFF0A975-4503-4FDF-8D6B-5E894FC7885E}" destId="{2CBB9F00-BBD3-486E-9305-733932A4A4FC}" srcOrd="0" destOrd="0" presId="urn:microsoft.com/office/officeart/2008/layout/LinedList"/>
    <dgm:cxn modelId="{B0E3A3D0-7649-402A-8C47-934381CFC19F}" type="presParOf" srcId="{EFF0A975-4503-4FDF-8D6B-5E894FC7885E}" destId="{2A6F3757-9804-4016-AEC8-9C5C5F6D7D6D}" srcOrd="1" destOrd="0" presId="urn:microsoft.com/office/officeart/2008/layout/LinedList"/>
    <dgm:cxn modelId="{B9BD07D5-2914-45D4-84E4-CAD716796814}" type="presParOf" srcId="{F35697D5-D3D9-4B4F-9451-AE765C6E3F72}" destId="{CBAFB1BC-B3D6-4989-93BC-0E690BA3BB0D}" srcOrd="6" destOrd="0" presId="urn:microsoft.com/office/officeart/2008/layout/LinedList"/>
    <dgm:cxn modelId="{C035A1CA-54B7-4FEC-86E7-FD7C16410A0F}" type="presParOf" srcId="{F35697D5-D3D9-4B4F-9451-AE765C6E3F72}" destId="{136BC851-7E7A-49D2-993D-CF7D2A04431E}" srcOrd="7" destOrd="0" presId="urn:microsoft.com/office/officeart/2008/layout/LinedList"/>
    <dgm:cxn modelId="{615B9EF0-22EA-4484-A353-ABAF827D7765}" type="presParOf" srcId="{136BC851-7E7A-49D2-993D-CF7D2A04431E}" destId="{6B10A218-1421-44BE-B3CB-9D0EBECEAC91}" srcOrd="0" destOrd="0" presId="urn:microsoft.com/office/officeart/2008/layout/LinedList"/>
    <dgm:cxn modelId="{8AE7CB3B-2FFD-43AE-ACB9-CE96A0E19A41}" type="presParOf" srcId="{136BC851-7E7A-49D2-993D-CF7D2A04431E}" destId="{6BDB28D7-C91B-406E-8294-7EAAA1E02EBA}" srcOrd="1" destOrd="0" presId="urn:microsoft.com/office/officeart/2008/layout/LinedList"/>
    <dgm:cxn modelId="{ED629DAF-C8F2-4D9E-821A-04911F3D544E}" type="presParOf" srcId="{F35697D5-D3D9-4B4F-9451-AE765C6E3F72}" destId="{13CB3C7E-9B85-4622-9529-2A03ADC92EB3}" srcOrd="8" destOrd="0" presId="urn:microsoft.com/office/officeart/2008/layout/LinedList"/>
    <dgm:cxn modelId="{4E5DA46D-6FA8-40E2-B903-D959138D5E0C}" type="presParOf" srcId="{F35697D5-D3D9-4B4F-9451-AE765C6E3F72}" destId="{E29835D5-AED5-4FD7-A605-D47D8A7D654D}" srcOrd="9" destOrd="0" presId="urn:microsoft.com/office/officeart/2008/layout/LinedList"/>
    <dgm:cxn modelId="{D0AEB42D-1104-4B08-93D8-FC26ED762F90}" type="presParOf" srcId="{E29835D5-AED5-4FD7-A605-D47D8A7D654D}" destId="{EA4F7AE4-C525-4A22-8C60-AC6E29838A21}" srcOrd="0" destOrd="0" presId="urn:microsoft.com/office/officeart/2008/layout/LinedList"/>
    <dgm:cxn modelId="{B8E3DF82-02F4-482D-B95C-B1E4E782238A}" type="presParOf" srcId="{E29835D5-AED5-4FD7-A605-D47D8A7D654D}" destId="{DEA34C52-93F3-4293-8141-A677AA544C2B}" srcOrd="1" destOrd="0" presId="urn:microsoft.com/office/officeart/2008/layout/LinedList"/>
    <dgm:cxn modelId="{CDB5405C-31E5-4118-80D9-670666F32269}" type="presParOf" srcId="{F35697D5-D3D9-4B4F-9451-AE765C6E3F72}" destId="{71B2189E-3DF6-4C6C-BEEB-895A10B5BC3E}" srcOrd="10" destOrd="0" presId="urn:microsoft.com/office/officeart/2008/layout/LinedList"/>
    <dgm:cxn modelId="{D97218AD-9325-4D87-B05C-D9DD58253FE5}" type="presParOf" srcId="{F35697D5-D3D9-4B4F-9451-AE765C6E3F72}" destId="{02670764-2B89-4ACA-8500-F35B096E6D2E}" srcOrd="11" destOrd="0" presId="urn:microsoft.com/office/officeart/2008/layout/LinedList"/>
    <dgm:cxn modelId="{681D121C-AB0A-4D45-8BF1-ED22AFC2EFA9}" type="presParOf" srcId="{02670764-2B89-4ACA-8500-F35B096E6D2E}" destId="{F7AE8503-578C-401C-A6A0-B5BE66660FC4}" srcOrd="0" destOrd="0" presId="urn:microsoft.com/office/officeart/2008/layout/LinedList"/>
    <dgm:cxn modelId="{1239431A-2D48-44D8-8FEC-1564B8AAF33D}" type="presParOf" srcId="{02670764-2B89-4ACA-8500-F35B096E6D2E}" destId="{74C41F5D-197A-4D2B-A095-50B71CF35A6E}" srcOrd="1" destOrd="0" presId="urn:microsoft.com/office/officeart/2008/layout/LinedList"/>
    <dgm:cxn modelId="{E29E967E-A2D4-45DB-8428-DEBFAAB6A847}" type="presParOf" srcId="{F35697D5-D3D9-4B4F-9451-AE765C6E3F72}" destId="{91230374-F791-4BCB-B871-6C10D5C142E0}" srcOrd="12" destOrd="0" presId="urn:microsoft.com/office/officeart/2008/layout/LinedList"/>
    <dgm:cxn modelId="{B1990C0D-F437-4192-9805-94E9BAFF86D0}" type="presParOf" srcId="{F35697D5-D3D9-4B4F-9451-AE765C6E3F72}" destId="{F23AE2CD-2F2D-4F57-8D9A-5EE6812052AD}" srcOrd="13" destOrd="0" presId="urn:microsoft.com/office/officeart/2008/layout/LinedList"/>
    <dgm:cxn modelId="{D7FA1BFD-C83E-463A-81DF-3FDE2AB2E8F2}" type="presParOf" srcId="{F23AE2CD-2F2D-4F57-8D9A-5EE6812052AD}" destId="{3C52276C-4010-4C37-801E-DAE840FD15E0}" srcOrd="0" destOrd="0" presId="urn:microsoft.com/office/officeart/2008/layout/LinedList"/>
    <dgm:cxn modelId="{16F175A8-74C1-46D0-A46A-9727D3E8DD0C}" type="presParOf" srcId="{F23AE2CD-2F2D-4F57-8D9A-5EE6812052AD}" destId="{E0080B5C-9DB9-4A16-A2F9-25F46A260AA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32EBB-A33F-49E2-A462-FC4DAA9833BC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7B42BD-B3BC-4198-AD33-D885B3849825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Processingで制作したシューティングゲーム </a:t>
          </a:r>
          <a:endParaRPr lang="en-US" sz="2500" kern="1200"/>
        </a:p>
      </dsp:txBody>
      <dsp:txXfrm>
        <a:off x="0" y="665"/>
        <a:ext cx="6666833" cy="778941"/>
      </dsp:txXfrm>
    </dsp:sp>
    <dsp:sp modelId="{478AD754-8202-429F-9DFD-536E9DE7DB20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1073936"/>
                <a:satOff val="-3082"/>
                <a:lumOff val="-49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73936"/>
                <a:satOff val="-3082"/>
                <a:lumOff val="-49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73936"/>
                <a:satOff val="-3082"/>
                <a:lumOff val="-49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E68D1E-FE5F-4C84-AE22-623042CBA9D3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敵を倒しながらステージを進行 </a:t>
          </a:r>
          <a:endParaRPr lang="en-US" sz="2500" kern="1200"/>
        </a:p>
      </dsp:txBody>
      <dsp:txXfrm>
        <a:off x="0" y="779606"/>
        <a:ext cx="6666833" cy="778941"/>
      </dsp:txXfrm>
    </dsp:sp>
    <dsp:sp modelId="{FA46DA0B-837B-4BC2-9617-09E716E5C742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BB9F00-BBD3-486E-9305-733932A4A4FC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ゲートの効果によって人数（攻撃力）が変化 </a:t>
          </a:r>
          <a:endParaRPr lang="en-US" sz="2500" kern="1200" dirty="0"/>
        </a:p>
      </dsp:txBody>
      <dsp:txXfrm>
        <a:off x="0" y="1558548"/>
        <a:ext cx="6666833" cy="778941"/>
      </dsp:txXfrm>
    </dsp:sp>
    <dsp:sp modelId="{CBAFB1BC-B3D6-4989-93BC-0E690BA3BB0D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10A218-1421-44BE-B3CB-9D0EBECEAC91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人数を増やして高得点を目指すゲーム </a:t>
          </a:r>
          <a:endParaRPr lang="en-US" sz="2500" kern="1200" dirty="0"/>
        </a:p>
      </dsp:txBody>
      <dsp:txXfrm>
        <a:off x="0" y="2337489"/>
        <a:ext cx="6666833" cy="778941"/>
      </dsp:txXfrm>
    </dsp:sp>
    <dsp:sp modelId="{13CB3C7E-9B85-4622-9529-2A03ADC92EB3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4F7AE4-C525-4A22-8C60-AC6E29838A21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敵の強さが時間経過で上昇 </a:t>
          </a:r>
          <a:endParaRPr lang="en-US" sz="2500" kern="1200"/>
        </a:p>
      </dsp:txBody>
      <dsp:txXfrm>
        <a:off x="0" y="3116430"/>
        <a:ext cx="6666833" cy="778941"/>
      </dsp:txXfrm>
    </dsp:sp>
    <dsp:sp modelId="{71B2189E-3DF6-4C6C-BEEB-895A10B5BC3E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5369678"/>
                <a:satOff val="-15411"/>
                <a:lumOff val="-246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69678"/>
                <a:satOff val="-15411"/>
                <a:lumOff val="-246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69678"/>
                <a:satOff val="-15411"/>
                <a:lumOff val="-246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E8503-578C-401C-A6A0-B5BE66660FC4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ゲートの選択による戦略性 </a:t>
          </a:r>
          <a:endParaRPr lang="en-US" sz="2500" kern="1200" dirty="0"/>
        </a:p>
      </dsp:txBody>
      <dsp:txXfrm>
        <a:off x="0" y="3895371"/>
        <a:ext cx="6666833" cy="778941"/>
      </dsp:txXfrm>
    </dsp:sp>
    <dsp:sp modelId="{91230374-F791-4BCB-B871-6C10D5C142E0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52276C-4010-4C37-801E-DAE840FD15E0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弾によるゲート調整システム</a:t>
          </a:r>
          <a:endParaRPr lang="en-US" sz="2500" kern="1200"/>
        </a:p>
      </dsp:txBody>
      <dsp:txXfrm>
        <a:off x="0" y="4674313"/>
        <a:ext cx="6666833" cy="778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DF80A5-A0B9-3CFD-9D04-87B3DF52C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9AEC5F-94B1-2D0F-2396-D32473EA7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126574-0FC6-A047-E1F2-685AA3BB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EE47A4-2D3F-A551-B254-B50B6B95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7A2F09-8905-299E-5970-1E3E4A00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28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6F003-5883-1777-EADD-B91FDC25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101265-D73B-228C-67B5-CBEC5F4FB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D48900-1A3E-CDCA-5B18-9F807FD5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0D62D8-E908-D9AD-AF87-D825D95B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6FACA0-2145-73F1-128E-101306FE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71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2EC0BB-3B8B-99B4-925F-CC4DDE01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6D11EA-895B-860B-5F7D-C659C9E17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9C6EE4-19E6-72B3-3776-DA930EF3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D92937-74FC-EFE2-F110-C6E231C4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6C3721-6762-DFFA-54BD-C090C71F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73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A8D404-F82A-8B11-121E-702D1A0AC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0CA546-CC82-7C12-3E6D-57D5BB401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B52E4B-724A-984F-438F-83ADD3307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788464-54E5-D4A1-8E26-4023AD1B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6089D1-D675-C38F-7CE8-60C86D3C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54E5C7-C09A-50A9-67D0-59878011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5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A5A80B-3B22-D475-C20D-B09AF75D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4531F5-09FA-5FE3-4841-C1B65A2EA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1245A1-2EC9-D14F-6CEB-8F5796CC6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7AFBEB-EBE3-009B-F353-C08F3AF6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83A85C-8FC6-28ED-B242-27B82E23B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9C23B2-E8E7-BE9D-12F0-4E2F8B8AC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E6578E-ED7B-DFB0-4718-CBD1A9D5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0B794C1-3401-1295-11B1-ED9DB7A0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3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CBF4E3-3D2A-5315-780D-C20B982C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2795D4-E333-D12B-FBAF-B6900B7B2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BF6A92E-6094-31B7-EA66-9527E83E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C4998F-05B6-4B04-E801-C1D11E97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356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4568BC-89B9-CDED-8810-45C396B2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B235D9E-3454-3FA6-C0C9-5C9CACDF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F2DFB1-710C-1AE2-AF3C-5B43CB8B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37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D52D6F-4042-99B6-F940-26EBCA8C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F94496-7D22-2834-DFC4-0D5EA71F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256407-879F-230D-851E-BDE077C43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AEDE04-1323-95A1-0520-8C348187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9A16E5-559A-DD35-257D-D9C42ED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3F5CDC-7F03-4976-FE46-C1F5C8F8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51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B962C-D98B-3A50-D9C5-936B4CB3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5E65E5-3B50-0760-261A-4BE80658E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022B4E-13FF-5096-DA94-7C086203E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603B49-921B-5CE8-CF54-F87866B0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4EA403-CBBD-5AEF-6015-70717720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F57268-5E36-4A7D-2EFF-AAA248D6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27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570DE5-3639-CE05-424A-65E71D66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A2E3F4-1E12-AC6C-4E63-3139E76C8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E340F4-9680-5819-B5E3-C8D94D3E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897DA9-D0F1-3C68-A067-0F703A42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90238A-B837-23D4-7429-069B0C62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53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1E38577-CD97-DD36-B7F0-CF259AD1C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DB4DA4-9CEA-7733-72AC-5AE094DB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7C0527-07A4-9DDC-3D00-3D663D79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920ADF-495A-219D-64CE-BD8918A2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9AF738-AAE5-691C-C7DF-75CE0EBB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14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D0B49D-EDA0-5CBF-B7A0-F67143D5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7E18D6-C3F5-B72A-B805-B385BEECE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39EB8A-F7B4-99F1-8161-83E901B96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C40F0-96BB-472A-8372-AB21EFFC8CEC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9FA052-4960-FAFA-B3F1-0D9A66851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5029B6-BA6F-8261-B4C9-6E69F969E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86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4EE471B-99F7-28FC-35E2-764EA566F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4800" dirty="0">
                <a:solidFill>
                  <a:srgbClr val="FFFFFF"/>
                </a:solidFill>
              </a:rPr>
              <a:t>シューティングアプリ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FADE66-DAB5-BD8C-DA3E-CF9823FC0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kumimoji="1" lang="en-US" altLang="ja-JP" b="1" dirty="0"/>
              <a:t>Team 5</a:t>
            </a:r>
          </a:p>
          <a:p>
            <a:pPr algn="l"/>
            <a:r>
              <a:rPr lang="ja-JP" altLang="en-US" dirty="0"/>
              <a:t>日浦太雅、大平晴志、戸谷陽友、佐幸莞太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369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15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5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15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15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Freeform: Shape 15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4" name="Rectangle 16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5E0F39-3399-B3D5-146A-B6753429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3600" dirty="0">
                <a:solidFill>
                  <a:srgbClr val="FFFFFF"/>
                </a:solidFill>
              </a:rPr>
              <a:t>アプリの概要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3865ACC6-C02D-6CC8-7027-BFFB3E769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78014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66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5641E7D-1B1A-4AD0-EF7D-B5B850D7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操作方法</a:t>
            </a:r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4E868AC4-BDB7-E7E1-AA31-F5B6E779B6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114680"/>
              </p:ext>
            </p:extLst>
          </p:nvPr>
        </p:nvGraphicFramePr>
        <p:xfrm>
          <a:off x="1398325" y="2437108"/>
          <a:ext cx="9419293" cy="354375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376661">
                  <a:extLst>
                    <a:ext uri="{9D8B030D-6E8A-4147-A177-3AD203B41FA5}">
                      <a16:colId xmlns:a16="http://schemas.microsoft.com/office/drawing/2014/main" val="2170066303"/>
                    </a:ext>
                  </a:extLst>
                </a:gridCol>
                <a:gridCol w="6042632">
                  <a:extLst>
                    <a:ext uri="{9D8B030D-6E8A-4147-A177-3AD203B41FA5}">
                      <a16:colId xmlns:a16="http://schemas.microsoft.com/office/drawing/2014/main" val="462519279"/>
                    </a:ext>
                  </a:extLst>
                </a:gridCol>
              </a:tblGrid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動作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879074471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Aキー / ←キー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左移動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1740671980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Dキー / →キー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右移動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87413230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スペースキー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弾を発射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641350065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Rキー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ゲームオーバー後リスタート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2953350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99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6C32CA8-030C-57C9-84AC-68CDB4BE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ja-JP" altLang="ja-JP" b="1" u="sng" dirty="0"/>
              <a:t>ゲームシステム</a:t>
            </a:r>
            <a:endParaRPr kumimoji="1" lang="ja-JP" altLang="en-US" b="1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A9DA9D-E319-0719-0522-5534C964E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ja-JP" altLang="ja-JP" sz="1900" b="1" dirty="0"/>
              <a:t>基本ルール</a:t>
            </a:r>
          </a:p>
          <a:p>
            <a:pPr lvl="0"/>
            <a:r>
              <a:rPr lang="ja-JP" altLang="ja-JP" sz="1900" dirty="0"/>
              <a:t>左右移動して敵を攻撃 </a:t>
            </a:r>
          </a:p>
          <a:p>
            <a:pPr lvl="0"/>
            <a:r>
              <a:rPr lang="ja-JP" altLang="ja-JP" sz="1900" dirty="0"/>
              <a:t>敵を倒して撃破数を増加 </a:t>
            </a:r>
          </a:p>
          <a:p>
            <a:pPr lvl="0"/>
            <a:r>
              <a:rPr lang="ja-JP" altLang="ja-JP" sz="1900" dirty="0"/>
              <a:t>ゲートを通過して人数を変化 </a:t>
            </a:r>
          </a:p>
          <a:p>
            <a:pPr lvl="0"/>
            <a:r>
              <a:rPr lang="ja-JP" altLang="ja-JP" sz="1900" dirty="0"/>
              <a:t>人数が0以下になるとゲームオーバー </a:t>
            </a:r>
            <a:endParaRPr lang="en-US" altLang="ja-JP" sz="1900" dirty="0"/>
          </a:p>
          <a:p>
            <a:pPr lvl="0"/>
            <a:r>
              <a:rPr lang="ja-JP" altLang="en-US" sz="1900" dirty="0"/>
              <a:t>スコアを競っていく</a:t>
            </a:r>
            <a:endParaRPr lang="ja-JP" altLang="ja-JP" sz="1900" dirty="0"/>
          </a:p>
          <a:p>
            <a:pPr marL="0" indent="0">
              <a:buNone/>
            </a:pPr>
            <a:r>
              <a:rPr lang="ja-JP" altLang="ja-JP" sz="1900" b="1" dirty="0"/>
              <a:t>重要要素</a:t>
            </a:r>
          </a:p>
          <a:p>
            <a:r>
              <a:rPr lang="ja-JP" altLang="ja-JP" sz="1900" dirty="0"/>
              <a:t>人数 = 攻撃力</a:t>
            </a:r>
          </a:p>
          <a:p>
            <a:r>
              <a:rPr lang="ja-JP" altLang="ja-JP" sz="1900" dirty="0"/>
              <a:t>人数が多いほど有利にゲームを進められる</a:t>
            </a:r>
          </a:p>
          <a:p>
            <a:endParaRPr kumimoji="1" lang="ja-JP" altLang="en-US" sz="1900" dirty="0"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AB94C44-2785-5E8E-03A4-FBA3222AD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890" y="1844506"/>
            <a:ext cx="4858607" cy="372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3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BA459E2-85BD-F649-C583-2AE135BE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ゲートシステム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D2AA1A-EF43-12F5-479A-0F842C315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ja-JP" altLang="ja-JP" sz="2000" b="1" dirty="0"/>
              <a:t>プラスゲート</a:t>
            </a:r>
          </a:p>
          <a:p>
            <a:r>
              <a:rPr lang="ja-JP" altLang="ja-JP" sz="2000" dirty="0"/>
              <a:t>🟦 青色</a:t>
            </a:r>
          </a:p>
          <a:p>
            <a:pPr lvl="0"/>
            <a:r>
              <a:rPr lang="ja-JP" altLang="ja-JP" sz="2000" dirty="0"/>
              <a:t>通過すると人数増加 </a:t>
            </a:r>
          </a:p>
          <a:p>
            <a:pPr lvl="0"/>
            <a:r>
              <a:rPr lang="ja-JP" altLang="ja-JP" sz="2000" dirty="0"/>
              <a:t>弾を当てると増加量アップ </a:t>
            </a:r>
          </a:p>
          <a:p>
            <a:r>
              <a:rPr lang="ja-JP" altLang="ja-JP" sz="2000" b="1" dirty="0"/>
              <a:t>マイナスゲート</a:t>
            </a:r>
          </a:p>
          <a:p>
            <a:r>
              <a:rPr lang="ja-JP" altLang="ja-JP" sz="2000" dirty="0"/>
              <a:t>🟥 赤色</a:t>
            </a:r>
          </a:p>
          <a:p>
            <a:pPr lvl="0"/>
            <a:r>
              <a:rPr lang="ja-JP" altLang="ja-JP" sz="2000" dirty="0"/>
              <a:t>通過すると人数減少 </a:t>
            </a:r>
          </a:p>
          <a:p>
            <a:pPr lvl="0"/>
            <a:r>
              <a:rPr lang="ja-JP" altLang="ja-JP" sz="2000" dirty="0"/>
              <a:t>時間経過でマイナス値が増加 </a:t>
            </a:r>
          </a:p>
          <a:p>
            <a:pPr lvl="0"/>
            <a:r>
              <a:rPr lang="ja-JP" altLang="ja-JP" sz="2000" dirty="0"/>
              <a:t>弾を当てることで被害を軽減可能</a:t>
            </a:r>
          </a:p>
          <a:p>
            <a:endParaRPr kumimoji="1" lang="ja-JP" altLang="en-US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2B341B5-C86E-1510-EFD7-E9CBB9C1E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516" y="4593502"/>
            <a:ext cx="1677566" cy="104009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690B4C3-02F1-5B35-CDE4-F2D0727AB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776" y="2635622"/>
            <a:ext cx="1677566" cy="99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2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893B8B-1457-23D9-0AEF-CDFB1924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デモプレイ</a:t>
            </a:r>
          </a:p>
        </p:txBody>
      </p:sp>
    </p:spTree>
    <p:extLst>
      <p:ext uri="{BB962C8B-B14F-4D97-AF65-F5344CB8AC3E}">
        <p14:creationId xmlns:p14="http://schemas.microsoft.com/office/powerpoint/2010/main" val="408274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ED9EEB0-2492-29F0-FC90-66660DD8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7240AA-5F57-8595-E756-C3ECF1B41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ja-JP" altLang="ja-JP" sz="2000" b="1" dirty="0"/>
              <a:t>開発したゲームの特徴</a:t>
            </a:r>
          </a:p>
          <a:p>
            <a:pPr lvl="0"/>
            <a:r>
              <a:rPr lang="ja-JP" altLang="ja-JP" sz="2000" dirty="0"/>
              <a:t>Processingによるオリジナルシューティングゲーム </a:t>
            </a:r>
          </a:p>
          <a:p>
            <a:pPr lvl="0"/>
            <a:r>
              <a:rPr lang="ja-JP" altLang="ja-JP" sz="2000" dirty="0"/>
              <a:t>人数増減による戦略要素を追加 </a:t>
            </a:r>
          </a:p>
          <a:p>
            <a:pPr lvl="0"/>
            <a:r>
              <a:rPr lang="ja-JP" altLang="ja-JP" sz="2000" dirty="0"/>
              <a:t>敵・ゲートによる難易度変化を実装 </a:t>
            </a:r>
          </a:p>
          <a:p>
            <a:pPr marL="0" indent="0">
              <a:buNone/>
            </a:pPr>
            <a:r>
              <a:rPr lang="ja-JP" altLang="ja-JP" sz="2000" b="1" dirty="0"/>
              <a:t>今後の改善案</a:t>
            </a:r>
          </a:p>
          <a:p>
            <a:pPr lvl="0"/>
            <a:r>
              <a:rPr lang="ja-JP" altLang="ja-JP" sz="2000" dirty="0"/>
              <a:t>ステージ追加 </a:t>
            </a:r>
          </a:p>
          <a:p>
            <a:pPr lvl="0"/>
            <a:r>
              <a:rPr lang="ja-JP" altLang="ja-JP" sz="2000" dirty="0"/>
              <a:t>敵種類の追加 </a:t>
            </a:r>
          </a:p>
          <a:p>
            <a:pPr lvl="0"/>
            <a:r>
              <a:rPr lang="ja-JP" altLang="ja-JP" sz="2000" dirty="0"/>
              <a:t>アイテム機能の追加</a:t>
            </a: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19917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223</Words>
  <Application>Microsoft Office PowerPoint</Application>
  <PresentationFormat>ワイド画面</PresentationFormat>
  <Paragraphs>52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シューティングアプリ</vt:lpstr>
      <vt:lpstr>アプリの概要</vt:lpstr>
      <vt:lpstr>操作方法</vt:lpstr>
      <vt:lpstr>ゲームシステム</vt:lpstr>
      <vt:lpstr>ゲートシステム</vt:lpstr>
      <vt:lpstr>デモプレイ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SAKO Kanta</dc:creator>
  <cp:lastModifiedBy>SAKO Kanta</cp:lastModifiedBy>
  <cp:revision>1</cp:revision>
  <dcterms:created xsi:type="dcterms:W3CDTF">2026-07-28T11:20:08Z</dcterms:created>
  <dcterms:modified xsi:type="dcterms:W3CDTF">2026-07-28T14:45:41Z</dcterms:modified>
</cp:coreProperties>
</file>